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Lst>
  <p:notesMasterIdLst>
    <p:notesMasterId r:id="rId5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7b9c0fb4-71ba-87a5-6e05-4896b5135fd1}">
          <p14:sldIdLst>
            <p14:sldId id="256"/>
            <p14:sldId id="257"/>
            <p14:sldId id="258"/>
          </p14:sldIdLst>
        </p14:section>
        <p14:section name="S2 · Giới thiệu học phần" id="{6cae8397-7d33-ab00-7ccd-2063a253d3e9}">
          <p14:sldIdLst>
            <p14:sldId id="259"/>
            <p14:sldId id="260"/>
            <p14:sldId id="261"/>
            <p14:sldId id="262"/>
            <p14:sldId id="263"/>
            <p14:sldId id="264"/>
            <p14:sldId id="265"/>
          </p14:sldIdLst>
        </p14:section>
        <p14:section name="S3 · Nghiên cứu marketing là gì, để làm gì, có những loại nào" id="{e82c7232-cdec-c8c8-0b9b-fc9178edfc9c}">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a8c486ab-bdeb-6959-5ba0-ad556cac8507}">
          <p14:sldIdLst>
            <p14:sldId id="290"/>
            <p14:sldId id="291"/>
            <p14:sldId id="292"/>
            <p14:sldId id="293"/>
            <p14:sldId id="294"/>
            <p14:sldId id="295"/>
            <p14:sldId id="296"/>
            <p14:sldId id="297"/>
            <p14:sldId id="298"/>
            <p14:sldId id="299"/>
            <p14:sldId id="300"/>
          </p14:sldIdLst>
        </p14:section>
        <p14:section name="S7 · Thực hành nhóm" id="{98867e11-4c04-67ef-c984-f90c0a2aefc2}">
          <p14:sldIdLst>
            <p14:sldId id="301"/>
            <p14:sldId id="302"/>
          </p14:sldIdLst>
        </p14:section>
        <p14:section name="S8 · Kết buổi" id="{c6b27440-8874-9ea9-bcd8-2713315e217b}">
          <p14:sldIdLst>
            <p14:sldId id="303"/>
            <p14:sldId id="304"/>
            <p14:sldId id="305"/>
            <p14:sldId id="306"/>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notesMaster" Target="notesMasters/notesMaster1.xml"/><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229031"/>
                <a:gridCol w="5835209"/>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FCDBC5"/>
          </a:solidFill>
          <a:ln/>
        </p:spPr>
      </p:sp>
      <p:sp>
        <p:nvSpPr>
          <p:cNvPr id="8" name="Nhãn !"/>
          <p:cNvSpPr/>
          <p:nvPr/>
        </p:nvSpPr>
        <p:spPr>
          <a:xfrm>
            <a:off x="731520" y="5509260"/>
            <a:ext cx="457200" cy="457200"/>
          </a:xfrm>
          <a:prstGeom prst="ellipse">
            <a:avLst/>
          </a:prstGeom>
          <a:solidFill>
            <a:srgbClr val="FF9259"/>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202940"/>
          </a:xfrm>
          <a:prstGeom prst="roundRect">
            <a:avLst>
              <a:gd name="adj" fmla="val 5139"/>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202940"/>
          </a:xfrm>
          <a:prstGeom prst="roundRect">
            <a:avLst>
              <a:gd name="adj" fmla="val 5139"/>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35966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p:cNvSpPr/>
          <p:nvPr/>
        </p:nvSpPr>
        <p:spPr>
          <a:xfrm>
            <a:off x="8107680" y="1783080"/>
            <a:ext cx="3505200" cy="3202940"/>
          </a:xfrm>
          <a:prstGeom prst="roundRect">
            <a:avLst>
              <a:gd name="adj" fmla="val 5139"/>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(2015)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DDBCD0"/>
          </a:solidFill>
          <a:ln/>
        </p:spPr>
      </p:sp>
      <p:sp>
        <p:nvSpPr>
          <p:cNvPr id="22" name="Nhãn !"/>
          <p:cNvSpPr/>
          <p:nvPr/>
        </p:nvSpPr>
        <p:spPr>
          <a:xfrm>
            <a:off x="731520" y="5466080"/>
            <a:ext cx="457200" cy="457200"/>
          </a:xfrm>
          <a:prstGeom prst="ellipse">
            <a:avLst/>
          </a:prstGeom>
          <a:solidFill>
            <a:srgbClr val="962B7C"/>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1835674"/>
                <a:gridCol w="4388409"/>
                <a:gridCol w="4840157"/>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553830"/>
                <a:gridCol w="4209596"/>
                <a:gridCol w="4300815"/>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400910" cy="566928"/>
          </a:xfrm>
          <a:prstGeom prst="roundRect">
            <a:avLst>
              <a:gd name="adj" fmla="val 48387"/>
            </a:avLst>
          </a:prstGeom>
          <a:solidFill>
            <a:srgbClr val="FFD23B"/>
          </a:solidFill>
          <a:ln/>
        </p:spPr>
      </p:sp>
      <p:sp>
        <p:nvSpPr>
          <p:cNvPr id="8" name="Text 6"/>
          <p:cNvSpPr txBox="1"/>
          <p:nvPr/>
        </p:nvSpPr>
        <p:spPr>
          <a:xfrm>
            <a:off x="777240" y="2011680"/>
            <a:ext cx="240091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462174" cy="566928"/>
          </a:xfrm>
          <a:prstGeom prst="roundRect">
            <a:avLst>
              <a:gd name="adj" fmla="val 48387"/>
            </a:avLst>
          </a:prstGeom>
          <a:solidFill>
            <a:srgbClr val="49B296"/>
          </a:solidFill>
          <a:ln/>
        </p:spPr>
      </p:sp>
      <p:sp>
        <p:nvSpPr>
          <p:cNvPr id="8" name="Text 6"/>
          <p:cNvSpPr txBox="1"/>
          <p:nvPr/>
        </p:nvSpPr>
        <p:spPr>
          <a:xfrm>
            <a:off x="777240" y="2011680"/>
            <a:ext cx="246217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461565" cy="566928"/>
          </a:xfrm>
          <a:prstGeom prst="roundRect">
            <a:avLst>
              <a:gd name="adj" fmla="val 48387"/>
            </a:avLst>
          </a:prstGeom>
          <a:solidFill>
            <a:srgbClr val="FF5178"/>
          </a:solidFill>
          <a:ln/>
        </p:spPr>
      </p:sp>
      <p:sp>
        <p:nvSpPr>
          <p:cNvPr id="8" name="Text 6"/>
          <p:cNvSpPr txBox="1"/>
          <p:nvPr/>
        </p:nvSpPr>
        <p:spPr>
          <a:xfrm>
            <a:off x="777240" y="2011680"/>
            <a:ext cx="2461565"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462784" cy="566928"/>
          </a:xfrm>
          <a:prstGeom prst="roundRect">
            <a:avLst>
              <a:gd name="adj" fmla="val 48387"/>
            </a:avLst>
          </a:prstGeom>
          <a:solidFill>
            <a:srgbClr val="09A1E5"/>
          </a:solidFill>
          <a:ln/>
        </p:spPr>
      </p:sp>
      <p:sp>
        <p:nvSpPr>
          <p:cNvPr id="8" name="Text 6"/>
          <p:cNvSpPr txBox="1"/>
          <p:nvPr/>
        </p:nvSpPr>
        <p:spPr>
          <a:xfrm>
            <a:off x="777240" y="2011680"/>
            <a:ext cx="246278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468270" cy="566928"/>
          </a:xfrm>
          <a:prstGeom prst="roundRect">
            <a:avLst>
              <a:gd name="adj" fmla="val 48387"/>
            </a:avLst>
          </a:prstGeom>
          <a:solidFill>
            <a:srgbClr val="FF9259"/>
          </a:solidFill>
          <a:ln/>
        </p:spPr>
      </p:sp>
      <p:sp>
        <p:nvSpPr>
          <p:cNvPr id="8" name="Text 6"/>
          <p:cNvSpPr txBox="1"/>
          <p:nvPr/>
        </p:nvSpPr>
        <p:spPr>
          <a:xfrm>
            <a:off x="777240" y="2011680"/>
            <a:ext cx="246827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469794" cy="566928"/>
          </a:xfrm>
          <a:prstGeom prst="roundRect">
            <a:avLst>
              <a:gd name="adj" fmla="val 48387"/>
            </a:avLst>
          </a:prstGeom>
          <a:solidFill>
            <a:srgbClr val="962B7C"/>
          </a:solidFill>
          <a:ln/>
        </p:spPr>
      </p:sp>
      <p:sp>
        <p:nvSpPr>
          <p:cNvPr id="8" name="Text 6"/>
          <p:cNvSpPr txBox="1"/>
          <p:nvPr/>
        </p:nvSpPr>
        <p:spPr>
          <a:xfrm>
            <a:off x="777240" y="2011680"/>
            <a:ext cx="2469794"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4297680" cy="201168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488440"/>
          </a:xfrm>
          <a:prstGeom prst="roundRect">
            <a:avLst>
              <a:gd name="adj" fmla="val 11058"/>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Vấn đề</a:t>
            </a:r>
            <a:endParaRPr lang="en-US" sz="2800" dirty="0"/>
          </a:p>
        </p:txBody>
      </p:sp>
      <p:sp>
        <p:nvSpPr>
          <p:cNvPr id="15" name="Bước 2"/>
          <p:cNvSpPr/>
          <p:nvPr/>
        </p:nvSpPr>
        <p:spPr>
          <a:xfrm>
            <a:off x="2392680" y="2697480"/>
            <a:ext cx="1706880" cy="1488440"/>
          </a:xfrm>
          <a:prstGeom prst="roundRect">
            <a:avLst>
              <a:gd name="adj" fmla="val 11058"/>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9" name="Bước 3"/>
          <p:cNvSpPr/>
          <p:nvPr/>
        </p:nvSpPr>
        <p:spPr>
          <a:xfrm>
            <a:off x="4282440" y="2697480"/>
            <a:ext cx="1706880" cy="1488440"/>
          </a:xfrm>
          <a:prstGeom prst="roundRect">
            <a:avLst>
              <a:gd name="adj" fmla="val 11058"/>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hình</a:t>
            </a:r>
            <a:endParaRPr lang="en-US" sz="2800" dirty="0"/>
          </a:p>
        </p:txBody>
      </p:sp>
      <p:sp>
        <p:nvSpPr>
          <p:cNvPr id="23" name="Bước 4"/>
          <p:cNvSpPr/>
          <p:nvPr/>
        </p:nvSpPr>
        <p:spPr>
          <a:xfrm>
            <a:off x="6172200" y="2697480"/>
            <a:ext cx="1706880" cy="1488440"/>
          </a:xfrm>
          <a:prstGeom prst="roundRect">
            <a:avLst>
              <a:gd name="adj" fmla="val 11058"/>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27" name="Bước 5"/>
          <p:cNvSpPr/>
          <p:nvPr/>
        </p:nvSpPr>
        <p:spPr>
          <a:xfrm>
            <a:off x="8061960" y="2697480"/>
            <a:ext cx="1706880" cy="1488440"/>
          </a:xfrm>
          <a:prstGeom prst="roundRect">
            <a:avLst>
              <a:gd name="adj" fmla="val 11058"/>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Xử lý dữ liệu</a:t>
            </a:r>
            <a:endParaRPr lang="en-US" sz="2800" dirty="0"/>
          </a:p>
        </p:txBody>
      </p:sp>
      <p:sp>
        <p:nvSpPr>
          <p:cNvPr id="31" name="Bước 6"/>
          <p:cNvSpPr/>
          <p:nvPr/>
        </p:nvSpPr>
        <p:spPr>
          <a:xfrm>
            <a:off x="9951720" y="2697480"/>
            <a:ext cx="1706880" cy="1488440"/>
          </a:xfrm>
          <a:prstGeom prst="roundRect">
            <a:avLst>
              <a:gd name="adj" fmla="val 11058"/>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35" name="Ghi chú nổi bật"/>
          <p:cNvSpPr/>
          <p:nvPr/>
        </p:nvSpPr>
        <p:spPr>
          <a:xfrm>
            <a:off x="548640" y="4551680"/>
            <a:ext cx="11064240" cy="685800"/>
          </a:xfrm>
          <a:prstGeom prst="roundRect">
            <a:avLst>
              <a:gd name="adj" fmla="val 24000"/>
            </a:avLst>
          </a:prstGeom>
          <a:solidFill>
            <a:srgbClr val="FCC7CF"/>
          </a:solidFill>
          <a:ln/>
        </p:spPr>
      </p:sp>
      <p:sp>
        <p:nvSpPr>
          <p:cNvPr id="36" name="Nhãn !"/>
          <p:cNvSpPr/>
          <p:nvPr/>
        </p:nvSpPr>
        <p:spPr>
          <a:xfrm>
            <a:off x="731520" y="4665980"/>
            <a:ext cx="457200" cy="457200"/>
          </a:xfrm>
          <a:prstGeom prst="ellipse">
            <a:avLst/>
          </a:prstGeom>
          <a:solidFill>
            <a:srgbClr val="FF5178"/>
          </a:solidFill>
          <a:ln/>
        </p:spPr>
      </p:sp>
      <p:sp>
        <p:nvSpPr>
          <p:cNvPr id="37" name="Text 35"/>
          <p:cNvSpPr txBox="1"/>
          <p:nvPr/>
        </p:nvSpPr>
        <p:spPr>
          <a:xfrm>
            <a:off x="731520" y="46659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5516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344301"/>
                <a:gridCol w="3618289"/>
                <a:gridCol w="410165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389376"/>
            <a:ext cx="164592" cy="164592"/>
          </a:xfrm>
          <a:prstGeom prst="ellipse">
            <a:avLst/>
          </a:prstGeom>
          <a:solidFill>
            <a:srgbClr val="962B7C"/>
          </a:solidFill>
          <a:ln/>
        </p:spPr>
      </p:sp>
      <p:sp>
        <p:nvSpPr>
          <p:cNvPr id="9" name="Text 7"/>
          <p:cNvSpPr txBox="1"/>
          <p:nvPr/>
        </p:nvSpPr>
        <p:spPr>
          <a:xfrm>
            <a:off x="914400" y="3197352"/>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07408"/>
            <a:ext cx="164592" cy="164592"/>
          </a:xfrm>
          <a:prstGeom prst="ellipse">
            <a:avLst/>
          </a:prstGeom>
          <a:solidFill>
            <a:srgbClr val="FFD23B"/>
          </a:solidFill>
          <a:ln/>
        </p:spPr>
      </p:sp>
      <p:sp>
        <p:nvSpPr>
          <p:cNvPr id="11" name="Text 9"/>
          <p:cNvSpPr txBox="1"/>
          <p:nvPr/>
        </p:nvSpPr>
        <p:spPr>
          <a:xfrm>
            <a:off x="914400" y="4215384"/>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12" name="Dấu đầu dòng"/>
          <p:cNvSpPr/>
          <p:nvPr/>
        </p:nvSpPr>
        <p:spPr>
          <a:xfrm>
            <a:off x="585216" y="5425440"/>
            <a:ext cx="164592" cy="164592"/>
          </a:xfrm>
          <a:prstGeom prst="ellipse">
            <a:avLst/>
          </a:prstGeom>
          <a:solidFill>
            <a:srgbClr val="49B296"/>
          </a:solidFill>
          <a:ln/>
        </p:spPr>
      </p:sp>
      <p:sp>
        <p:nvSpPr>
          <p:cNvPr id="13" name="Text 11"/>
          <p:cNvSpPr txBox="1"/>
          <p:nvPr/>
        </p:nvSpPr>
        <p:spPr>
          <a:xfrm>
            <a:off x="914400" y="523341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51</Slides>
  <Notes>51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51</vt:i4>
      </vt:variant>
    </vt:vector>
  </HeadingPairs>
  <TitlesOfParts>
    <vt:vector size="5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2026-10-05T10:49:21Z</dcterms:created>
  <dcterms:modified xsi:type="dcterms:W3CDTF">2026-10-05T10:49:21Z</dcterms:modified>
</cp:coreProperties>
</file>