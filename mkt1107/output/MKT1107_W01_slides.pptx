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976a9e9-5bca-f048-db39-45dbecbe6f14}">
          <p14:sldIdLst>
            <p14:sldId id="256"/>
            <p14:sldId id="257"/>
            <p14:sldId id="258"/>
          </p14:sldIdLst>
        </p14:section>
        <p14:section name="S2 · Giới thiệu học phần" id="{ae5abfd3-c93c-f278-7fa6-3a20e3f8c2a4}">
          <p14:sldIdLst>
            <p14:sldId id="259"/>
            <p14:sldId id="260"/>
            <p14:sldId id="261"/>
            <p14:sldId id="262"/>
            <p14:sldId id="263"/>
            <p14:sldId id="264"/>
            <p14:sldId id="265"/>
          </p14:sldIdLst>
        </p14:section>
        <p14:section name="S3 · Nghiên cứu marketing là gì, để làm gì, có những loại nào" id="{41394684-77cd-ee9f-d401-e730791bfb3e}">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1869110e-3d04-0eae-37f7-8f9d5cd96592}">
          <p14:sldIdLst>
            <p14:sldId id="290"/>
            <p14:sldId id="291"/>
            <p14:sldId id="292"/>
            <p14:sldId id="293"/>
            <p14:sldId id="294"/>
            <p14:sldId id="295"/>
            <p14:sldId id="296"/>
            <p14:sldId id="297"/>
            <p14:sldId id="298"/>
            <p14:sldId id="299"/>
            <p14:sldId id="300"/>
          </p14:sldIdLst>
        </p14:section>
        <p14:section name="S7 · Thực hành nhóm" id="{44ff38bd-c394-ccb7-71c7-0fe0071cef0d}">
          <p14:sldIdLst>
            <p14:sldId id="301"/>
            <p14:sldId id="302"/>
          </p14:sldIdLst>
        </p14:section>
        <p14:section name="S8 · Kết buổi" id="{a4b856b7-dfe4-6711-5414-ca9de95c18e5}">
          <p14:sldIdLst>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29031"/>
                <a:gridCol w="58352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 trước B11</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337560"/>
          </a:xfrm>
          <a:prstGeom prst="roundRect">
            <a:avLst>
              <a:gd name="adj" fmla="val 493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337560"/>
          </a:xfrm>
          <a:prstGeom prst="roundRect">
            <a:avLst>
              <a:gd name="adj" fmla="val 493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2015)"/>
          <p:cNvSpPr/>
          <p:nvPr/>
        </p:nvSpPr>
        <p:spPr>
          <a:xfrm>
            <a:off x="8107680" y="1783080"/>
            <a:ext cx="3505200" cy="3337560"/>
          </a:xfrm>
          <a:prstGeom prst="roundRect">
            <a:avLst>
              <a:gd name="adj" fmla="val 493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 (2015)</a:t>
            </a:r>
            <a:endParaRPr lang="en-US" sz="2800" dirty="0"/>
          </a:p>
        </p:txBody>
      </p:sp>
      <p:sp>
        <p:nvSpPr>
          <p:cNvPr id="20" name="Text 18"/>
          <p:cNvSpPr txBox="1"/>
          <p:nvPr/>
        </p:nvSpPr>
        <p:spPr>
          <a:xfrm>
            <a:off x="8244840" y="3505200"/>
            <a:ext cx="3230880" cy="15697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DDBCD0"/>
          </a:solidFill>
          <a:ln/>
        </p:spPr>
      </p:sp>
      <p:sp>
        <p:nvSpPr>
          <p:cNvPr id="22" name="Nhãn !"/>
          <p:cNvSpPr/>
          <p:nvPr/>
        </p:nvSpPr>
        <p:spPr>
          <a:xfrm>
            <a:off x="731520" y="5509260"/>
            <a:ext cx="457200" cy="457200"/>
          </a:xfrm>
          <a:prstGeom prst="ellipse">
            <a:avLst/>
          </a:prstGeom>
          <a:solidFill>
            <a:srgbClr val="962B7C"/>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835674"/>
                <a:gridCol w="4388409"/>
                <a:gridCol w="484015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87163"/>
                <a:gridCol w="4242571"/>
                <a:gridCol w="433450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802130"/>
          </a:xfrm>
          <a:prstGeom prst="roundRect">
            <a:avLst>
              <a:gd name="adj" fmla="val 9643"/>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Vấn đề</a:t>
            </a:r>
            <a:endParaRPr lang="en-US" sz="2500" dirty="0"/>
          </a:p>
        </p:txBody>
      </p:sp>
      <p:sp>
        <p:nvSpPr>
          <p:cNvPr id="15" name="Bước 2"/>
          <p:cNvSpPr/>
          <p:nvPr/>
        </p:nvSpPr>
        <p:spPr>
          <a:xfrm>
            <a:off x="2392680" y="2697480"/>
            <a:ext cx="1706880" cy="1802130"/>
          </a:xfrm>
          <a:prstGeom prst="roundRect">
            <a:avLst>
              <a:gd name="adj" fmla="val 9643"/>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Mục tiêu</a:t>
            </a:r>
            <a:endParaRPr lang="en-US" sz="2500" dirty="0"/>
          </a:p>
        </p:txBody>
      </p:sp>
      <p:sp>
        <p:nvSpPr>
          <p:cNvPr id="19" name="Bước 3"/>
          <p:cNvSpPr/>
          <p:nvPr/>
        </p:nvSpPr>
        <p:spPr>
          <a:xfrm>
            <a:off x="4282440" y="2697480"/>
            <a:ext cx="1706880" cy="1802130"/>
          </a:xfrm>
          <a:prstGeom prst="roundRect">
            <a:avLst>
              <a:gd name="adj" fmla="val 9643"/>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Mô hình</a:t>
            </a:r>
            <a:endParaRPr lang="en-US" sz="2500" dirty="0"/>
          </a:p>
        </p:txBody>
      </p:sp>
      <p:sp>
        <p:nvSpPr>
          <p:cNvPr id="23" name="Bước 4"/>
          <p:cNvSpPr/>
          <p:nvPr/>
        </p:nvSpPr>
        <p:spPr>
          <a:xfrm>
            <a:off x="6172200" y="2697480"/>
            <a:ext cx="1706880" cy="1802130"/>
          </a:xfrm>
          <a:prstGeom prst="roundRect">
            <a:avLst>
              <a:gd name="adj" fmla="val 9643"/>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a:t>
            </a:r>
            <a:endParaRPr lang="en-US" sz="2500" dirty="0"/>
          </a:p>
        </p:txBody>
      </p:sp>
      <p:sp>
        <p:nvSpPr>
          <p:cNvPr id="27" name="Bước 5"/>
          <p:cNvSpPr/>
          <p:nvPr/>
        </p:nvSpPr>
        <p:spPr>
          <a:xfrm>
            <a:off x="8061960" y="2697480"/>
            <a:ext cx="1706880" cy="1802130"/>
          </a:xfrm>
          <a:prstGeom prst="roundRect">
            <a:avLst>
              <a:gd name="adj" fmla="val 9643"/>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Chuẩn bị &amp; phân tích</a:t>
            </a:r>
            <a:endParaRPr lang="en-US" sz="2500" dirty="0"/>
          </a:p>
        </p:txBody>
      </p:sp>
      <p:sp>
        <p:nvSpPr>
          <p:cNvPr id="31" name="Bước 6"/>
          <p:cNvSpPr/>
          <p:nvPr/>
        </p:nvSpPr>
        <p:spPr>
          <a:xfrm>
            <a:off x="9951720" y="2697480"/>
            <a:ext cx="1706880" cy="1802130"/>
          </a:xfrm>
          <a:prstGeom prst="roundRect">
            <a:avLst>
              <a:gd name="adj" fmla="val 9643"/>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Trình bày</a:t>
            </a:r>
            <a:endParaRPr lang="en-US" sz="2500" dirty="0"/>
          </a:p>
        </p:txBody>
      </p:sp>
      <p:sp>
        <p:nvSpPr>
          <p:cNvPr id="35" name="Ghi chú nổi bật"/>
          <p:cNvSpPr/>
          <p:nvPr/>
        </p:nvSpPr>
        <p:spPr>
          <a:xfrm>
            <a:off x="548640" y="4865370"/>
            <a:ext cx="11064240" cy="685800"/>
          </a:xfrm>
          <a:prstGeom prst="roundRect">
            <a:avLst>
              <a:gd name="adj" fmla="val 24000"/>
            </a:avLst>
          </a:prstGeom>
          <a:solidFill>
            <a:srgbClr val="FCC7CF"/>
          </a:solidFill>
          <a:ln/>
        </p:spPr>
      </p:sp>
      <p:sp>
        <p:nvSpPr>
          <p:cNvPr id="36" name="Nhãn !"/>
          <p:cNvSpPr/>
          <p:nvPr/>
        </p:nvSpPr>
        <p:spPr>
          <a:xfrm>
            <a:off x="731520" y="4979670"/>
            <a:ext cx="457200" cy="457200"/>
          </a:xfrm>
          <a:prstGeom prst="ellipse">
            <a:avLst/>
          </a:prstGeom>
          <a:solidFill>
            <a:srgbClr val="FF5178"/>
          </a:solidFill>
          <a:ln/>
        </p:spPr>
      </p:sp>
      <p:sp>
        <p:nvSpPr>
          <p:cNvPr id="37" name="Text 35"/>
          <p:cNvSpPr txBox="1"/>
          <p:nvPr/>
        </p:nvSpPr>
        <p:spPr>
          <a:xfrm>
            <a:off x="731520" y="497967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86537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7379"/>
                <a:gridCol w="3644968"/>
                <a:gridCol w="41318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07408"/>
            <a:ext cx="164592" cy="164592"/>
          </a:xfrm>
          <a:prstGeom prst="ellipse">
            <a:avLst/>
          </a:prstGeom>
          <a:solidFill>
            <a:srgbClr val="FFD23B"/>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